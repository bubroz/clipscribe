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Intelligence Extraction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ClipScribe Analysis</a:t>
            </a:r>
          </a:p>
          <a:p>
            <a:r>
              <a:t>November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17 entities extracted</a:t>
            </a:r>
          </a:p>
          <a:p>
            <a:pPr lvl="1"/>
            <a:r>
              <a:t>10 relationships mapped</a:t>
            </a:r>
          </a:p>
          <a:p>
            <a:pPr lvl="1"/>
            <a:r>
              <a:t>2 speakers identified</a:t>
            </a:r>
          </a:p>
          <a:p>
            <a:pPr lvl="1"/>
            <a:r>
              <a:t>5 main topics</a:t>
            </a:r>
          </a:p>
          <a:p>
            <a:pPr lvl="1"/>
            <a:r>
              <a:t>Processing cost: $0.0575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Alex Karp (PERSON) - Confidence: 1.00</a:t>
            </a:r>
          </a:p>
          <a:p>
            <a:pPr/>
            <a:r>
              <a:t>Palantir (ORG) - Confidence: 1.00</a:t>
            </a:r>
          </a:p>
          <a:p>
            <a:pPr/>
            <a:r>
              <a:t>Ukraine (GPE) - Confidence: 1.00</a:t>
            </a:r>
          </a:p>
          <a:p>
            <a:pPr/>
            <a:r>
              <a:t>ICE (ORG) - Confidence: 1.00</a:t>
            </a:r>
          </a:p>
          <a:p>
            <a:pPr/>
            <a:r>
              <a:t>Israel (GPE) - Confidence: 1.00</a:t>
            </a:r>
          </a:p>
          <a:p>
            <a:pPr/>
            <a:r>
              <a:t>Axios (ORG) - Confidence: 1.00</a:t>
            </a:r>
          </a:p>
          <a:p>
            <a:pPr/>
            <a:r>
              <a:t>China (GPE) - Confidence: 1.00</a:t>
            </a:r>
          </a:p>
          <a:p>
            <a:pPr/>
            <a:r>
              <a:t>Iran (GPE) - Confidence: 1.00</a:t>
            </a:r>
          </a:p>
          <a:p>
            <a:pPr/>
            <a:r>
              <a:t>Russia (GPE) - Confidence: 1.00</a:t>
            </a:r>
          </a:p>
          <a:p>
            <a:pPr/>
            <a:r>
              <a:t>Yale (ORG) - Confidence: 1.00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Alex Karp → is CEO of → Palantir</a:t>
            </a:r>
          </a:p>
          <a:p>
            <a:pPr/>
            <a:r>
              <a:t>Alex Karp → is co-founder of → Palantir</a:t>
            </a:r>
          </a:p>
          <a:p>
            <a:pPr/>
            <a:r>
              <a:t>Palantir → works with → ICE</a:t>
            </a:r>
          </a:p>
          <a:p>
            <a:pPr/>
            <a:r>
              <a:t>Palantir → works with → Israel</a:t>
            </a:r>
          </a:p>
          <a:p>
            <a:pPr/>
            <a:r>
              <a:t>Palantir → works with → Ukraine</a:t>
            </a:r>
          </a:p>
          <a:p>
            <a:pPr/>
            <a:r>
              <a:t>Palantir → does not sell to → China</a:t>
            </a:r>
          </a:p>
          <a:p>
            <a:pPr/>
            <a:r>
              <a:t>Palantir → does not sell to → Iran</a:t>
            </a:r>
          </a:p>
          <a:p>
            <a:pPr/>
            <a:r>
              <a:t>Palantir → does not sell to → Russia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Palantir's AI Applications in Military and Commercial Sectors (00:00-05:00) - Relevance: 1.00</a:t>
            </a:r>
          </a:p>
          <a:p>
            <a:pPr/>
            <a:r>
              <a:t>Surveillance State and Privacy Concerns (05:00-10:00) - Relevance: 0.80</a:t>
            </a:r>
          </a:p>
          <a:p>
            <a:pPr/>
            <a:r>
              <a:t>AI Risks and Benefits for Working Class (10:00-15:00) - Relevance: 0.90</a:t>
            </a:r>
          </a:p>
          <a:p>
            <a:pPr/>
            <a:r>
              <a:t>US Politics, Borders, and Migration (15:00-20:00) - Relevance: 0.90</a:t>
            </a:r>
          </a:p>
          <a:p>
            <a:pPr/>
            <a:r>
              <a:t>Vocational Training and Education Reform (20:00-25:00) - Relevance: 0.70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00:30 - Alex Karp directly answers questions, contrasting with typical CEOs, setting tone for transparency (significance: 0.80)</a:t>
            </a:r>
          </a:p>
          <a:p>
            <a:pPr/>
            <a:r>
              <a:t>02:00 - Explanation of Palantir's role in growing US GDP through useful AI (significance: 1.00)</a:t>
            </a:r>
          </a:p>
          <a:p>
            <a:pPr/>
            <a:r>
              <a:t>07:00 - Pushback on suspicions about Palantir, emphasizing frontline user support (significance: 0.90)</a:t>
            </a:r>
          </a:p>
          <a:p>
            <a:pPr/>
            <a:r>
              <a:t>12:00 - Discussion on AI's potential to cause social instability and populist movements (significance: 0.90)</a:t>
            </a:r>
          </a:p>
          <a:p>
            <a:pPr/>
            <a:r>
              <a:t>18:00 - Views on borders and migration as key political issue (significance: 0.90)</a:t>
            </a:r>
          </a:p>
          <a:p>
            <a:pPr/>
            <a:r>
              <a:t>22:00 - Promotion of vocational training over elite education (significance: 0.80)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Overall: MIXED</a:t>
            </a:r>
          </a:p>
          <a:p>
            <a:pPr lvl="1"/>
            <a:r>
              <a:t>Per-Topic Breakdown:</a:t>
            </a:r>
          </a:p>
          <a:p>
            <a:pPr lvl="2"/>
            <a:r>
              <a:t>Palantir's AI Applications: positive</a:t>
            </a:r>
          </a:p>
          <a:p>
            <a:pPr lvl="2"/>
            <a:r>
              <a:t>Surveillance State: negative</a:t>
            </a:r>
          </a:p>
          <a:p>
            <a:pPr lvl="2"/>
            <a:r>
              <a:t>AI Risks: negative</a:t>
            </a:r>
          </a:p>
          <a:p>
            <a:pPr lvl="2"/>
            <a:r>
              <a:t>US Politics: mixed</a:t>
            </a:r>
          </a:p>
          <a:p>
            <a:pPr lvl="2"/>
            <a:r>
              <a:t>Vocational Training: positive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