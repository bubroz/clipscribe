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Intelligence Extraction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ClipScribe Analysis</a:t>
            </a:r>
          </a:p>
          <a:p>
            <a:r>
              <a:t>November 13,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45 entities extracted</a:t>
            </a:r>
          </a:p>
          <a:p>
            <a:pPr lvl="1"/>
            <a:r>
              <a:t>11 relationships mapped</a:t>
            </a:r>
          </a:p>
          <a:p>
            <a:pPr lvl="1"/>
            <a:r>
              <a:t>12 speakers identified</a:t>
            </a:r>
          </a:p>
          <a:p>
            <a:pPr lvl="1"/>
            <a:r>
              <a:t>5 main topics</a:t>
            </a:r>
          </a:p>
          <a:p>
            <a:pPr lvl="1"/>
            <a:r>
              <a:t>Processing cost: $0.0030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President Trump (PERSON) - Confidence: 1.00</a:t>
            </a:r>
          </a:p>
          <a:p>
            <a:pPr/>
            <a:r>
              <a:t>Marjorie Taylor Greene (PERSON) - Confidence: 1.00</a:t>
            </a:r>
          </a:p>
          <a:p>
            <a:pPr/>
            <a:r>
              <a:t>Mike Johnson (PERSON) - Confidence: 1.00</a:t>
            </a:r>
          </a:p>
          <a:p>
            <a:pPr/>
            <a:r>
              <a:t>Robert F. Kennedy Jr. (PERSON) - Confidence: 1.00</a:t>
            </a:r>
          </a:p>
          <a:p>
            <a:pPr/>
            <a:r>
              <a:t>Cheryl Hines (PERSON) - Confidence: 1.00</a:t>
            </a:r>
          </a:p>
          <a:p>
            <a:pPr/>
            <a:r>
              <a:t>Whoopi (PERSON) - Confidence: 0.80</a:t>
            </a:r>
          </a:p>
          <a:p>
            <a:pPr/>
            <a:r>
              <a:t>Joy Behar (PERSON) - Confidence: 1.00</a:t>
            </a:r>
          </a:p>
          <a:p>
            <a:pPr/>
            <a:r>
              <a:t>Ana Navarro (PERSON) - Confidence: 1.00</a:t>
            </a:r>
          </a:p>
          <a:p>
            <a:pPr/>
            <a:r>
              <a:t>Sunny Hostin (PERSON) - Confidence: 1.00</a:t>
            </a:r>
          </a:p>
          <a:p>
            <a:pPr/>
            <a:r>
              <a:t>Alyssa Farah Griffin (PERSON) - Confidence: 1.00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President Trump → scores → Gaza ceasefire deal</a:t>
            </a:r>
          </a:p>
          <a:p>
            <a:pPr/>
            <a:r>
              <a:t>Marjorie Taylor Greene → calling on → Republicans</a:t>
            </a:r>
          </a:p>
          <a:p>
            <a:pPr/>
            <a:r>
              <a:t>Mike Johnson → isn't ready to → negotiate</a:t>
            </a:r>
          </a:p>
          <a:p>
            <a:pPr/>
            <a:r>
              <a:t>Cheryl Hines → is wife of → Robert F. Kennedy Jr.</a:t>
            </a:r>
          </a:p>
          <a:p>
            <a:pPr/>
            <a:r>
              <a:t>Robert F. Kennedy Jr. → supports → President Trump</a:t>
            </a:r>
          </a:p>
          <a:p>
            <a:pPr/>
            <a:r>
              <a:t>Marjorie Taylor Greene → attacking → her own party</a:t>
            </a:r>
          </a:p>
          <a:p>
            <a:pPr/>
            <a:r>
              <a:t>Donald Trump → directed → Pentagon</a:t>
            </a:r>
          </a:p>
          <a:p>
            <a:pPr/>
            <a:r>
              <a:t>Larry David → introduced → Cheryl Hines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Government Shutdown and ACA Subsidies (00:00-15:00) - Relevance: 1.00</a:t>
            </a:r>
          </a:p>
          <a:p>
            <a:pPr/>
            <a:r>
              <a:t>Gaza Ceasefire and Trump's International Role (00:00-02:00) - Relevance: 0.80</a:t>
            </a:r>
          </a:p>
          <a:p>
            <a:pPr/>
            <a:r>
              <a:t>Marjorie Taylor Greene's Criticism of Republicans (05:00-10:00) - Relevance: 0.70</a:t>
            </a:r>
          </a:p>
          <a:p>
            <a:pPr/>
            <a:r>
              <a:t>Jennifer Aniston's Infertility Discussion (20:00-25:00) - Relevance: 0.60</a:t>
            </a:r>
          </a:p>
          <a:p>
            <a:pPr/>
            <a:r>
              <a:t>Cheryl Hines on Robert F. Kennedy Jr. and Politics (25:00-40:00) - Relevance: 0.90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00:30 - Introduction of Trump's Gaza ceasefire achievement contrasting with domestic shutdown (significance: 0.90)</a:t>
            </a:r>
          </a:p>
          <a:p>
            <a:pPr/>
            <a:r>
              <a:t>03:00 - Discussion on Speaker Mike Johnson's refusal to negotiate amid shutdown (significance: 0.80)</a:t>
            </a:r>
          </a:p>
          <a:p>
            <a:pPr/>
            <a:r>
              <a:t>07:00 - Marjorie Taylor Greene urging Republicans to end shutdown (significance: 0.70)</a:t>
            </a:r>
          </a:p>
          <a:p>
            <a:pPr/>
            <a:r>
              <a:t>22:00 - Jennifer Aniston's candid admission about wanting biological children (significance: 0.80)</a:t>
            </a:r>
          </a:p>
          <a:p>
            <a:pPr/>
            <a:r>
              <a:t>28:00 - Cheryl Hines reflecting on meeting RFK Jr. and political surprises (significance: 0.90)</a:t>
            </a:r>
          </a:p>
          <a:p>
            <a:pPr/>
            <a:r>
              <a:t>35:00 - Debate on RFK Jr.'s qualifications and vaccine misinformation (significance: 1.00)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Overall: MIXED</a:t>
            </a:r>
          </a:p>
          <a:p>
            <a:pPr lvl="1"/>
            <a:r>
              <a:t>Per-Topic Breakdown:</a:t>
            </a:r>
          </a:p>
          <a:p>
            <a:pPr lvl="2"/>
            <a:r>
              <a:t>Government Shutdown and ACA Subsidies: negative</a:t>
            </a:r>
          </a:p>
          <a:p>
            <a:pPr lvl="2"/>
            <a:r>
              <a:t>Gaza Ceasefire: positive</a:t>
            </a:r>
          </a:p>
          <a:p>
            <a:pPr lvl="2"/>
            <a:r>
              <a:t>Jennifer Aniston's Infertility: neutral</a:t>
            </a:r>
          </a:p>
          <a:p>
            <a:pPr lvl="2"/>
            <a:r>
              <a:t>Cheryl Hines Interview: mixed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