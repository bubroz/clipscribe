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Intelligence Extraction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ClipScribe Analysis</a:t>
            </a:r>
          </a:p>
          <a:p>
            <a:r>
              <a:t>November 13,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20 entities extracted</a:t>
            </a:r>
          </a:p>
          <a:p>
            <a:pPr lvl="1"/>
            <a:r>
              <a:t>6 relationships mapped</a:t>
            </a:r>
          </a:p>
          <a:p>
            <a:pPr lvl="1"/>
            <a:r>
              <a:t>1 speakers identified</a:t>
            </a:r>
          </a:p>
          <a:p>
            <a:pPr lvl="1"/>
            <a:r>
              <a:t>5 main topics</a:t>
            </a:r>
          </a:p>
          <a:p>
            <a:pPr lvl="1"/>
            <a:r>
              <a:t>Processing cost: $0.0018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Dave (PERSON) - Confidence: 1.00</a:t>
            </a:r>
          </a:p>
          <a:p>
            <a:pPr/>
            <a:r>
              <a:t>NSA (ORG) - Confidence: 1.00</a:t>
            </a:r>
          </a:p>
          <a:p>
            <a:pPr/>
            <a:r>
              <a:t>Netflix (ORG) - Confidence: 1.00</a:t>
            </a:r>
          </a:p>
          <a:p>
            <a:pPr/>
            <a:r>
              <a:t>Google (ORG) - Confidence: 1.00</a:t>
            </a:r>
          </a:p>
          <a:p>
            <a:pPr/>
            <a:r>
              <a:t>Pornhub (ORG) - Confidence: 1.00</a:t>
            </a:r>
          </a:p>
          <a:p>
            <a:pPr/>
            <a:r>
              <a:t>Akamai (ORG) - Confidence: 0.90</a:t>
            </a:r>
          </a:p>
          <a:p>
            <a:pPr/>
            <a:r>
              <a:t>Cloudflare (ORG) - Confidence: 1.00</a:t>
            </a:r>
          </a:p>
          <a:p>
            <a:pPr/>
            <a:r>
              <a:t>Quad9 (ORG) - Confidence: 1.00</a:t>
            </a:r>
          </a:p>
          <a:p>
            <a:pPr/>
            <a:r>
              <a:t>Microsoft (ORG) - Confidence: 1.00</a:t>
            </a:r>
          </a:p>
          <a:p>
            <a:pPr/>
            <a:r>
              <a:t>EFF (ORG) - Confidence: 1.00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Dave → ships_features_at → Microsoft</a:t>
            </a:r>
          </a:p>
          <a:p>
            <a:pPr/>
            <a:r>
              <a:t>Cloudflare → provides → 1.1.1.1</a:t>
            </a:r>
          </a:p>
          <a:p>
            <a:pPr/>
            <a:r>
              <a:t>Google → provides → 8.8.8.8</a:t>
            </a:r>
          </a:p>
          <a:p>
            <a:pPr/>
            <a:r>
              <a:t>EFF → created → Panopticlick</a:t>
            </a:r>
          </a:p>
          <a:p>
            <a:pPr/>
            <a:r>
              <a:t>ISP → provides → DNS resolver</a:t>
            </a:r>
          </a:p>
          <a:p>
            <a:pPr/>
            <a:r>
              <a:t>Congress → repealed → FCC broadband privacy regulations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Topics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DNS Lookups and ISP Visibility (00:00-03:00) - Relevance: 1.00</a:t>
            </a:r>
          </a:p>
          <a:p>
            <a:pPr/>
            <a:r>
              <a:t>Limitations of VPN for Privacy (03:00-05:00) - Relevance: 0.90</a:t>
            </a:r>
          </a:p>
          <a:p>
            <a:pPr/>
            <a:r>
              <a:t>Monetization of Browsing Data by ISPs (05:00-07:00) - Relevance: 0.80</a:t>
            </a:r>
          </a:p>
          <a:p>
            <a:pPr/>
            <a:r>
              <a:t>Encrypted DNS Solutions (DOH and DOT) (07:00-09:00) - Relevance: 1.00</a:t>
            </a:r>
          </a:p>
          <a:p>
            <a:pPr/>
            <a:r>
              <a:t>Browser Fingerprinting and Anonymization (09:00-10:00) - Relevance: 0.70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00:30 - Introduction to the core question of user privacy on the web, setting the theme for the video (significance: 1.00)</a:t>
            </a:r>
          </a:p>
          <a:p>
            <a:pPr/>
            <a:r>
              <a:t>02:00 - Explanation of how DNS leaks domain information to ISPs despite HTTPS encryption (significance: 0.90)</a:t>
            </a:r>
          </a:p>
          <a:p>
            <a:pPr/>
            <a:r>
              <a:t>04:00 - Key revelation that VPNs do not significantly improve privacy against ISPs (significance: 0.95)</a:t>
            </a:r>
          </a:p>
          <a:p>
            <a:pPr/>
            <a:r>
              <a:t>07:30 - Introduction to encrypted DNS as an effective privacy solution (significance: 1.00)</a:t>
            </a:r>
          </a:p>
          <a:p>
            <a:pPr/>
            <a:r>
              <a:t>09:30 - Practical advice on implementing secure DNS settings across devices (significance: 0.90)</a:t>
            </a:r>
          </a:p>
          <a:p>
            <a:pPr/>
            <a:r>
              <a:t>11:00 - Conclusion emphasizing user control over DNS to reduce being 'the product' (significance: 1.00)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Overall: NEUTRAL</a:t>
            </a:r>
          </a:p>
          <a:p>
            <a:pPr lvl="1"/>
            <a:r>
              <a:t>Per-Topic Breakdown:</a:t>
            </a:r>
          </a:p>
          <a:p>
            <a:pPr lvl="2"/>
            <a:r>
              <a:t>DNS Lookups and ISP Visibility: neutral</a:t>
            </a:r>
          </a:p>
          <a:p>
            <a:pPr lvl="2"/>
            <a:r>
              <a:t>Limitations of VPN for Privacy: negative</a:t>
            </a:r>
          </a:p>
          <a:p>
            <a:pPr lvl="2"/>
            <a:r>
              <a:t>Monetization of Browsing Data by ISPs: negative</a:t>
            </a:r>
          </a:p>
          <a:p>
            <a:pPr lvl="2"/>
            <a:r>
              <a:t>Encrypted DNS Solutions (DOH and DOT): positive</a:t>
            </a:r>
          </a:p>
          <a:p>
            <a:pPr lvl="2"/>
            <a:r>
              <a:t>Browser Fingerprinting and Anonymization: negative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